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ndra nath reddy G" userId="c02dc600938ae9e3" providerId="LiveId" clId="{E4C19A7C-31EC-4DD5-A885-6193CD7E41C3}"/>
    <pc:docChg chg="modSld">
      <pc:chgData name="devndra nath reddy G" userId="c02dc600938ae9e3" providerId="LiveId" clId="{E4C19A7C-31EC-4DD5-A885-6193CD7E41C3}" dt="2026-09-01T07:57:46.833" v="7" actId="2"/>
      <pc:docMkLst>
        <pc:docMk/>
      </pc:docMkLst>
      <pc:sldChg chg="modSp mod">
        <pc:chgData name="devndra nath reddy G" userId="c02dc600938ae9e3" providerId="LiveId" clId="{E4C19A7C-31EC-4DD5-A885-6193CD7E41C3}" dt="2026-09-01T07:57:41.937" v="3" actId="2"/>
        <pc:sldMkLst>
          <pc:docMk/>
          <pc:sldMk cId="0" sldId="256"/>
        </pc:sldMkLst>
        <pc:spChg chg="mod">
          <ac:chgData name="devndra nath reddy G" userId="c02dc600938ae9e3" providerId="LiveId" clId="{E4C19A7C-31EC-4DD5-A885-6193CD7E41C3}" dt="2026-09-01T07:57:41.284" v="2" actId="2"/>
          <ac:spMkLst>
            <pc:docMk/>
            <pc:sldMk cId="0" sldId="256"/>
            <ac:spMk id="4" creationId="{F98B82D5-2D06-D1AF-2087-0F7709D4A948}"/>
          </ac:spMkLst>
        </pc:spChg>
        <pc:spChg chg="mod">
          <ac:chgData name="devndra nath reddy G" userId="c02dc600938ae9e3" providerId="LiveId" clId="{E4C19A7C-31EC-4DD5-A885-6193CD7E41C3}" dt="2026-09-01T07:57:41.937" v="3" actId="2"/>
          <ac:spMkLst>
            <pc:docMk/>
            <pc:sldMk cId="0" sldId="256"/>
            <ac:spMk id="7" creationId="{7E4A9607-2286-267C-D322-A6605A41E7D4}"/>
          </ac:spMkLst>
        </pc:spChg>
      </pc:sldChg>
      <pc:sldChg chg="modSp mod">
        <pc:chgData name="devndra nath reddy G" userId="c02dc600938ae9e3" providerId="LiveId" clId="{E4C19A7C-31EC-4DD5-A885-6193CD7E41C3}" dt="2026-09-01T07:57:43.493" v="5" actId="2"/>
        <pc:sldMkLst>
          <pc:docMk/>
          <pc:sldMk cId="0" sldId="262"/>
        </pc:sldMkLst>
        <pc:spChg chg="mod">
          <ac:chgData name="devndra nath reddy G" userId="c02dc600938ae9e3" providerId="LiveId" clId="{E4C19A7C-31EC-4DD5-A885-6193CD7E41C3}" dt="2026-09-01T07:57:43.493" v="5" actId="2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devndra nath reddy G" userId="c02dc600938ae9e3" providerId="LiveId" clId="{E4C19A7C-31EC-4DD5-A885-6193CD7E41C3}" dt="2026-09-01T07:57:46.116" v="6" actId="2"/>
        <pc:sldMkLst>
          <pc:docMk/>
          <pc:sldMk cId="0" sldId="264"/>
        </pc:sldMkLst>
        <pc:spChg chg="mod">
          <ac:chgData name="devndra nath reddy G" userId="c02dc600938ae9e3" providerId="LiveId" clId="{E4C19A7C-31EC-4DD5-A885-6193CD7E41C3}" dt="2026-09-01T07:57:46.116" v="6" actId="2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devndra nath reddy G" userId="c02dc600938ae9e3" providerId="LiveId" clId="{E4C19A7C-31EC-4DD5-A885-6193CD7E41C3}" dt="2026-09-01T07:57:46.833" v="7" actId="2"/>
        <pc:sldMkLst>
          <pc:docMk/>
          <pc:sldMk cId="0" sldId="266"/>
        </pc:sldMkLst>
        <pc:spChg chg="mod">
          <ac:chgData name="devndra nath reddy G" userId="c02dc600938ae9e3" providerId="LiveId" clId="{E4C19A7C-31EC-4DD5-A885-6193CD7E41C3}" dt="2026-09-01T07:57:46.833" v="7" actId="2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devndra nath reddy G" userId="c02dc600938ae9e3" providerId="LiveId" clId="{E4C19A7C-31EC-4DD5-A885-6193CD7E41C3}" dt="2026-09-01T07:57:42.800" v="4" actId="2"/>
        <pc:sldMkLst>
          <pc:docMk/>
          <pc:sldMk cId="3428807826" sldId="270"/>
        </pc:sldMkLst>
        <pc:graphicFrameChg chg="modGraphic">
          <ac:chgData name="devndra nath reddy G" userId="c02dc600938ae9e3" providerId="LiveId" clId="{E4C19A7C-31EC-4DD5-A885-6193CD7E41C3}" dt="2026-09-01T07:57:42.800" v="4" actId="2"/>
          <ac:graphicFrameMkLst>
            <pc:docMk/>
            <pc:sldMk cId="3428807826" sldId="270"/>
            <ac:graphicFrameMk id="8" creationId="{0CE53CAE-5DF2-B94E-149E-5B2E182FDEE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996440"/>
            <a:ext cx="8646160" cy="1470025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Software Defined Networks (SDN) Through Simulation Using Mininet and OpenFlow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B82D5-2D06-D1AF-2087-0F7709D4A948}"/>
              </a:ext>
            </a:extLst>
          </p:cNvPr>
          <p:cNvSpPr txBox="1"/>
          <p:nvPr/>
        </p:nvSpPr>
        <p:spPr>
          <a:xfrm>
            <a:off x="5232400" y="5217160"/>
            <a:ext cx="3688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Venkat Dharahas(192412570)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Palaji Obulesh(192312243)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Devendra Nath Reddy(192425204)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A9607-2286-267C-D322-A6605A41E7D4}"/>
              </a:ext>
            </a:extLst>
          </p:cNvPr>
          <p:cNvSpPr txBox="1"/>
          <p:nvPr/>
        </p:nvSpPr>
        <p:spPr>
          <a:xfrm>
            <a:off x="566784" y="5656554"/>
            <a:ext cx="2710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Dr.S.SALINI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T.chn&#10;&#10;AI-generated content may be incorrect.">
            <a:extLst>
              <a:ext uri="{FF2B5EF4-FFF2-40B4-BE49-F238E27FC236}">
                <a16:creationId xmlns:a16="http://schemas.microsoft.com/office/drawing/2014/main" id="{BDA75837-D052-D2B3-795E-88DF34BE2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7" y="508699"/>
            <a:ext cx="8830733" cy="1015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4D89D1-C294-D376-7BF6-C0E94F2D920B}"/>
              </a:ext>
            </a:extLst>
          </p:cNvPr>
          <p:cNvSpPr txBox="1"/>
          <p:nvPr/>
        </p:nvSpPr>
        <p:spPr>
          <a:xfrm>
            <a:off x="1742440" y="3938544"/>
            <a:ext cx="570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CSA0712-COMPUTER NETWORKS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Networking (SDN) separates the control plane from the data plane.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controller manages network switches and traffic flow.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Mininet is used to simulate hosts, switches, and network links.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enables communication between the controller and switches.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throughput, latency, packet loss, jitter, and bandwidth.</a:t>
            </a:r>
          </a:p>
        </p:txBody>
      </p:sp>
      <p:pic>
        <p:nvPicPr>
          <p:cNvPr id="5" name="Picture 4" descr="The image depicts the logo of the Medical and Technical Institute, featuring a stethoscope and a book, symbolizing the medical and technical focus of the institution.&#10;&#10;AI-generated content may be incorrect.">
            <a:extLst>
              <a:ext uri="{FF2B5EF4-FFF2-40B4-BE49-F238E27FC236}">
                <a16:creationId xmlns:a16="http://schemas.microsoft.com/office/drawing/2014/main" id="{C5D34EF7-A12C-961E-2DA6-25BEAE50B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5" y="79104"/>
            <a:ext cx="1011089" cy="885371"/>
          </a:xfrm>
          <a:prstGeom prst="rect">
            <a:avLst/>
          </a:prstGeom>
        </p:spPr>
      </p:pic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17E55614-ED84-07D9-A7EF-7B3CDB1C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networks are difficult to manage because devices make independent forwarding decisions.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configuration and monitoring become complex as the network grows.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performance can be affected by traffic load, bandwidth, delay, and network size.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low-cost simulation system is needed to test and analyze SDN performance.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96468E15-2BED-B61A-2E6A-199350105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49261-87E0-63DF-A54A-9FE28F7AE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simulate an SDN network using Mininet.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OpenFlow communication between the controller and switches.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TCP and UDP network traffic.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throughput, latency, packet loss, jitter, and bandwidth.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SDN performance under different network conditions.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6E70A6A3-7EBE-C506-9EF9-DA736BB96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023C43-857A-D49C-215A-DBDA8CDE2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BBFCD-7B39-EBA7-2995-F8895D7F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9650" cy="885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DDC50-A4F5-A55E-8B29-7696BDDE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965" y="0"/>
            <a:ext cx="904875" cy="97155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E53CAE-5DF2-B94E-149E-5B2E182FD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376330"/>
              </p:ext>
            </p:extLst>
          </p:nvPr>
        </p:nvGraphicFramePr>
        <p:xfrm>
          <a:off x="190500" y="950188"/>
          <a:ext cx="8763000" cy="584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1343740548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86150475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361648539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703530149"/>
                    </a:ext>
                  </a:extLst>
                </a:gridCol>
              </a:tblGrid>
              <a:tr h="35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Author /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Technology /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252538"/>
                  </a:ext>
                </a:extLst>
              </a:tr>
              <a:tr h="1668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2020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POX Controller and OpenFlow Performance Evaluation in SDN Using Mininet Emulator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Mininet, POX, OpenFlow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Evaluated bandwidth utilization, CPU load, packet loss, latency, and throughput using different numbers of switches.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516119"/>
                  </a:ext>
                </a:extLst>
              </a:tr>
              <a:tr h="1668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2021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Altangerel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Mininet, POX, Floodlight, OpenDaylight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Compared SDN controllers using TCP/UDP throughput and Round-Trip Time (RTT) in mesh and tree topologies.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280247"/>
                  </a:ext>
                </a:extLst>
              </a:tr>
              <a:tr h="2007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2021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OpenFlow 1.0/1.3, POX, ONOS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Evaluated OpenFlow data-plane performance across hardware.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271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B07D0E1-196D-367B-DEBD-C996C29B5157}"/>
              </a:ext>
            </a:extLst>
          </p:cNvPr>
          <p:cNvSpPr txBox="1"/>
          <p:nvPr/>
        </p:nvSpPr>
        <p:spPr>
          <a:xfrm>
            <a:off x="2563792" y="2598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42880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5FDFF0B0-CF22-2B1D-5016-A31707D0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5C59A9-55F8-8DBB-C844-88CD2934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314541-31EA-B137-C739-360A82AD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95" y="1343889"/>
            <a:ext cx="7859210" cy="5239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networks use distributed control mechanisms.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network device makes its own forwarding decisions.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must be performed on individual devices.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monitoring and management are more complex.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network testing can require expensive physical equipment.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99454274-5BDE-61D4-7D9A-D4917CFEB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DC516-82C4-BA27-BF4F-E1D21D23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0" y="165735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Uses Mininet to create a virtual SDN environment.</a:t>
            </a:r>
          </a:p>
          <a:p>
            <a:pPr>
              <a:defRPr sz="2200"/>
            </a:pPr>
            <a:r>
              <a:rPr dirty="0"/>
              <a:t>Uses an SDN controller for centralized network management.</a:t>
            </a:r>
          </a:p>
          <a:p>
            <a:pPr>
              <a:defRPr sz="2200"/>
            </a:pPr>
            <a:r>
              <a:rPr dirty="0"/>
              <a:t>Uses OpenFlow switches for traffic forwarding.</a:t>
            </a:r>
          </a:p>
          <a:p>
            <a:pPr>
              <a:defRPr sz="2200"/>
            </a:pPr>
            <a:r>
              <a:rPr dirty="0"/>
              <a:t>Generates TCP and UDP traffic using Ping and iPerf.</a:t>
            </a:r>
          </a:p>
          <a:p>
            <a:pPr>
              <a:defRPr sz="2200"/>
            </a:pPr>
            <a:r>
              <a:rPr dirty="0"/>
              <a:t>Collects and analyzes performance metrics under different conditions.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68CD32B9-0485-2DCD-3F96-AD9A409E2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BED5F8-D8EA-2123-01DB-4061C1130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SDN Network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network topology using Mininet.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virtual hosts, OpenFlow switches, and links.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switches to the SDN controller.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the simulated network.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connectivity between hosts.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 working SDN network simulation.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FC5308E2-B9E5-3C26-B659-D021F8CE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43E485-88FC-4B10-2E02-D9F3AF189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Traffic Generation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TCP and UDP traffic between hosts.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Ping to test connectivity and delay.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iPerf to measure network throughput.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packet transmission and bandwidth.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latency, packet loss, and jitter data.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Network performance data.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8FDD2F8D-6567-72EE-8127-AFB9C6B2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FC0AC9-A8E9-BFB1-C1AF-617D7EC64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Performance Analysis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collected performance data.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network performance under different traffic loads.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TCP and UDP traffic.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throughput, latency, packet loss, and jitter.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using tables and graphs.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Final performance comparison.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73030063-039E-980F-2186-52FF46D5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8926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44536-4459-29A8-8FD2-2A489331C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SDN network was successfully simulated using Mininet and OpenFlow.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communicated successfully through OpenFlow switches.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and iPerf were used for network testing.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decreased when traffic load increased.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and jitter increased during congestion.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increased under heavy traffic conditions.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SDN controller provided centralized network control.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0CC30D15-7183-AD34-69C2-27EC8C06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12F651-4435-64FE-6477-15F96DD8E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SDN performance analysis in a simulated environment.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Mininet provides a low-cost platform for creating virtual networks.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enables communication between the controller and switches.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load, bandwidth, delay, and topology affect network performance.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helps study SDN without expensive physical equipment.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 is a major advantage of SDN.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D601BE5A-4CD1-A55D-66F4-44C14EDB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BEFA4C-1F27-9AC0-704D-C88EA3243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Lantz, B. Heller, and N. McKeown, “A Network in a Laptop: Rapid Prototyping for Software-Defined Networks,” 2010.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McKeown et al., “OpenFlow: Enabling Innovation in Campus Networks,” ACM SIGCOMM, 2008.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Mininet Official Website: mininet.org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Networking Foundation – OpenFlow resources.</a:t>
            </a: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Ryu SDN Framework: ryu-sdn.org</a:t>
            </a:r>
          </a:p>
        </p:txBody>
      </p:sp>
      <p:pic>
        <p:nvPicPr>
          <p:cNvPr id="5" name="Picture 4" descr="ENGINEER TO EXCEL&#10;&#10;AI-generated content may be incorrect.">
            <a:extLst>
              <a:ext uri="{FF2B5EF4-FFF2-40B4-BE49-F238E27FC236}">
                <a16:creationId xmlns:a16="http://schemas.microsoft.com/office/drawing/2014/main" id="{B64C642B-3D98-9BC7-A603-6AA2787A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3" y="79104"/>
            <a:ext cx="905557" cy="972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6DD29-21D1-8BF0-A899-48C740217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4"/>
            <a:ext cx="1009650" cy="885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743</Words>
  <Application>Microsoft Office PowerPoint</Application>
  <PresentationFormat>On-screen Show (4:3)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Performance Analysis of Software Defined Networks (SDN) Through Simulation Using Mininet and OpenFlow</vt:lpstr>
      <vt:lpstr>Introduction</vt:lpstr>
      <vt:lpstr>Problem Statement</vt:lpstr>
      <vt:lpstr>Objectives</vt:lpstr>
      <vt:lpstr>PowerPoint Presentation</vt:lpstr>
      <vt:lpstr>PowerPoint Presentation</vt:lpstr>
      <vt:lpstr>Existing System</vt:lpstr>
      <vt:lpstr>Proposed System</vt:lpstr>
      <vt:lpstr>Module 1 – SDN Network Simulation</vt:lpstr>
      <vt:lpstr>Module 2 – Traffic Generation and Monitoring</vt:lpstr>
      <vt:lpstr>Module 3 – Performance Analysis and Results</vt:lpstr>
      <vt:lpstr>Results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devndra nath reddy G</cp:lastModifiedBy>
  <cp:revision>3</cp:revision>
  <dcterms:created xsi:type="dcterms:W3CDTF">2013-01-27T09:14:16Z</dcterms:created>
  <dcterms:modified xsi:type="dcterms:W3CDTF">2026-09-01T07:57:49Z</dcterms:modified>
  <cp:category/>
</cp:coreProperties>
</file>